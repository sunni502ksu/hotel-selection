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0178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afternoon. We are Jaqause Mays and Adrienne Rogers. Today we are presenting SmartStay, an intelligent hotel selection database system. Our goal is to simplify the hotel booking experience by using structured data and efficient database design to provide personalized recommendations.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Travelers often search multiple websites and sort through hundreds of listings. This creates decision fatigue and inefficient comparisons. There is no single centralized system that filters results based on personalized preferences using structured database queries.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SmartStay solves this problem by using a centralized relational database. Users input their travel destination, desired amenities, and minimum review rating. The system executes structured queries to filter and rank hotels automatically, providing customized recommendations instantly.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system allows users to search by location and apply multiple filters. Amenities are stored in structured tables linked through relational keys. Customer reviews are aggregated to generate ranking scores. The system can integrate real-time availability and pricing for accurate results.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backbone of SmartStay is a relational database system. Core tables include Hotels, Amenities, Rooms, Reviews, and Pricing. These tables are connected through primary and foreign keys. A user interface collects traveler inputs, and a query engine retrieves filtered data efficiently. The design is scalable for enterprise deployment.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From a business perspective, SmartStay increases booking efficiency and improves user satisfaction. Higher satisfaction leads to stronger retention rates. Revenue can be generated through hotel partnerships, advertising, and booking commissions. Because the system is database-driven, it can scale across regions or markets.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are requesting funding because this project addresses a real market need. It demonstrates proper database design principles taught in this course. The system is practical, scalable, and has long-term growth potential.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SmartStay leverages structured data and efficient query processing to simplify hotel selection. We respectfully request funding to move forward with development and implementation. Thank you for your time and consideration.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932170" y="4323845"/>
            <a:ext cx="2297429" cy="365125"/>
          </a:xfrm>
        </p:spPr>
        <p:txBody>
          <a:bodyPr/>
          <a:lstStyle/>
          <a:p>
            <a:fld id="{5BCAD085-E8A6-8845-BD4E-CB4CCA059FC4}" type="datetimeFigureOut">
              <a:rPr lang="en-US" smtClean="0"/>
              <a:t>2/20/2026</a:t>
            </a:fld>
            <a:endParaRPr lang="en-US"/>
          </a:p>
        </p:txBody>
      </p:sp>
      <p:sp>
        <p:nvSpPr>
          <p:cNvPr id="5" name="Footer Placeholder 4"/>
          <p:cNvSpPr>
            <a:spLocks noGrp="1"/>
          </p:cNvSpPr>
          <p:nvPr>
            <p:ph type="ftr" sz="quarter" idx="11"/>
          </p:nvPr>
        </p:nvSpPr>
        <p:spPr>
          <a:xfrm>
            <a:off x="914400" y="4323846"/>
            <a:ext cx="4880610" cy="365125"/>
          </a:xfrm>
        </p:spPr>
        <p:txBody>
          <a:bodyPr/>
          <a:lstStyle/>
          <a:p>
            <a:endParaRPr lang="en-US"/>
          </a:p>
        </p:txBody>
      </p:sp>
      <p:sp>
        <p:nvSpPr>
          <p:cNvPr id="6" name="Slide Number Placeholder 5"/>
          <p:cNvSpPr>
            <a:spLocks noGrp="1"/>
          </p:cNvSpPr>
          <p:nvPr>
            <p:ph type="sldNum" sz="quarter" idx="12"/>
          </p:nvPr>
        </p:nvSpPr>
        <p:spPr>
          <a:xfrm>
            <a:off x="6057900" y="1430867"/>
            <a:ext cx="21717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58280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22059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2/20/2026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37955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27422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48688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2/20/2026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2403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05255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15813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457989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047737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2/20/2026</a:t>
            </a:fld>
            <a:endParaRPr lang="en-US"/>
          </a:p>
        </p:txBody>
      </p:sp>
      <p:sp>
        <p:nvSpPr>
          <p:cNvPr id="6" name="Footer Placeholder 5"/>
          <p:cNvSpPr>
            <a:spLocks noGrp="1"/>
          </p:cNvSpPr>
          <p:nvPr>
            <p:ph type="ftr" sz="quarter" idx="11"/>
          </p:nvPr>
        </p:nvSpPr>
        <p:spPr>
          <a:xfrm>
            <a:off x="594360" y="381001"/>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986744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2/20/2026</a:t>
            </a:fld>
            <a:endParaRPr lang="en-US"/>
          </a:p>
        </p:txBody>
      </p:sp>
      <p:sp>
        <p:nvSpPr>
          <p:cNvPr id="6" name="Footer Placeholder 5"/>
          <p:cNvSpPr>
            <a:spLocks noGrp="1"/>
          </p:cNvSpPr>
          <p:nvPr>
            <p:ph type="ftr" sz="quarter" idx="11"/>
          </p:nvPr>
        </p:nvSpPr>
        <p:spPr>
          <a:xfrm>
            <a:off x="594360" y="379438"/>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7395968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78884"/>
            <a:ext cx="2183130" cy="365125"/>
          </a:xfrm>
        </p:spPr>
        <p:txBody>
          <a:bodyPr/>
          <a:lstStyle>
            <a:lvl1pPr algn="r">
              <a:defRPr/>
            </a:lvl1pPr>
          </a:lstStyle>
          <a:p>
            <a:fld id="{5BCAD085-E8A6-8845-BD4E-CB4CCA059FC4}" type="datetimeFigureOut">
              <a:rPr lang="en-US" smtClean="0"/>
              <a:t>2/20/2026</a:t>
            </a:fld>
            <a:endParaRPr lang="en-US"/>
          </a:p>
        </p:txBody>
      </p:sp>
      <p:sp>
        <p:nvSpPr>
          <p:cNvPr id="6" name="Footer Placeholder 5"/>
          <p:cNvSpPr>
            <a:spLocks noGrp="1"/>
          </p:cNvSpPr>
          <p:nvPr>
            <p:ph type="ftr" sz="quarter" idx="11"/>
          </p:nvPr>
        </p:nvSpPr>
        <p:spPr>
          <a:xfrm>
            <a:off x="594360" y="378884"/>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294455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2/20/2026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258518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2/20/2026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498884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415807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2/20/2026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94712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764373"/>
            <a:ext cx="637794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94360" y="2194560"/>
            <a:ext cx="7955280" cy="40690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12230" y="6356351"/>
            <a:ext cx="213741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2/20/2026</a:t>
            </a:fld>
            <a:endParaRPr lang="en-US"/>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72250" y="381001"/>
            <a:ext cx="197739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13099690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t>SmartStay: Intelligent Hotel Selection System</a:t>
            </a:r>
          </a:p>
        </p:txBody>
      </p:sp>
      <p:sp>
        <p:nvSpPr>
          <p:cNvPr id="3" name="Subtitle 2"/>
          <p:cNvSpPr>
            <a:spLocks noGrp="1"/>
          </p:cNvSpPr>
          <p:nvPr>
            <p:ph type="subTitle" idx="1"/>
          </p:nvPr>
        </p:nvSpPr>
        <p:spPr/>
        <p:txBody>
          <a:bodyPr>
            <a:normAutofit fontScale="47500" lnSpcReduction="20000"/>
          </a:bodyPr>
          <a:lstStyle/>
          <a:p>
            <a:r>
              <a:t>Healthcare Information Systems Development</a:t>
            </a:r>
          </a:p>
          <a:p>
            <a:r>
              <a:t>Jaqause Mays &amp; Adrienne Rogers</a:t>
            </a:r>
          </a:p>
          <a:p>
            <a:r>
              <a:t>Sales Pitch Presentation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Problem</a:t>
            </a:r>
          </a:p>
        </p:txBody>
      </p:sp>
      <p:sp>
        <p:nvSpPr>
          <p:cNvPr id="3" name="Content Placeholder 2"/>
          <p:cNvSpPr>
            <a:spLocks noGrp="1"/>
          </p:cNvSpPr>
          <p:nvPr>
            <p:ph idx="1"/>
          </p:nvPr>
        </p:nvSpPr>
        <p:spPr/>
        <p:txBody>
          <a:bodyPr/>
          <a:lstStyle/>
          <a:p>
            <a:r>
              <a:rPr dirty="0"/>
              <a:t>Travelers face information overload when booking hotels</a:t>
            </a:r>
          </a:p>
          <a:p>
            <a:pPr lvl="1"/>
            <a:r>
              <a:rPr dirty="0"/>
              <a:t>Too many options across multiple platforms</a:t>
            </a:r>
          </a:p>
          <a:p>
            <a:pPr lvl="1"/>
            <a:r>
              <a:rPr dirty="0"/>
              <a:t>Difficult to compare amenities, pricing, and reviews</a:t>
            </a:r>
          </a:p>
          <a:p>
            <a:pPr lvl="1"/>
            <a:r>
              <a:rPr dirty="0"/>
              <a:t>No centralized personalized recommendation system</a:t>
            </a:r>
            <a:endParaRPr lang="en-US" dirty="0"/>
          </a:p>
          <a:p>
            <a:pPr lvl="1"/>
            <a:r>
              <a:rPr lang="en-US" dirty="0"/>
              <a:t>Unreliable reviews </a:t>
            </a:r>
          </a:p>
          <a:p>
            <a:pPr marL="457200" lvl="1" indent="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Our Solution: SmartStay Database System</a:t>
            </a:r>
          </a:p>
        </p:txBody>
      </p:sp>
      <p:sp>
        <p:nvSpPr>
          <p:cNvPr id="3" name="Content Placeholder 2"/>
          <p:cNvSpPr>
            <a:spLocks noGrp="1"/>
          </p:cNvSpPr>
          <p:nvPr>
            <p:ph idx="1"/>
          </p:nvPr>
        </p:nvSpPr>
        <p:spPr/>
        <p:txBody>
          <a:bodyPr/>
          <a:lstStyle/>
          <a:p>
            <a:r>
              <a:rPr dirty="0"/>
              <a:t>Centralized hotel database system</a:t>
            </a:r>
            <a:r>
              <a:rPr lang="en-US" dirty="0"/>
              <a:t> that focuses on amenities by isolating preferences: </a:t>
            </a:r>
            <a:endParaRPr dirty="0"/>
          </a:p>
          <a:p>
            <a:pPr lvl="1"/>
            <a:r>
              <a:rPr dirty="0"/>
              <a:t>User enters destination, amenities, </a:t>
            </a:r>
            <a:r>
              <a:rPr lang="en-US" dirty="0"/>
              <a:t>or</a:t>
            </a:r>
            <a:r>
              <a:rPr dirty="0"/>
              <a:t> minimum rating</a:t>
            </a:r>
          </a:p>
          <a:p>
            <a:pPr lvl="1"/>
            <a:r>
              <a:rPr dirty="0"/>
              <a:t>System filters and ranks hotels automatically</a:t>
            </a:r>
          </a:p>
          <a:p>
            <a:pPr lvl="1"/>
            <a:r>
              <a:rPr dirty="0"/>
              <a:t>Provides personalized recommendations</a:t>
            </a:r>
            <a:r>
              <a:rPr lang="en-US" dirty="0"/>
              <a:t> that focus on the users needs </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Features</a:t>
            </a:r>
          </a:p>
        </p:txBody>
      </p:sp>
      <p:sp>
        <p:nvSpPr>
          <p:cNvPr id="3" name="Content Placeholder 2"/>
          <p:cNvSpPr>
            <a:spLocks noGrp="1"/>
          </p:cNvSpPr>
          <p:nvPr>
            <p:ph idx="1"/>
          </p:nvPr>
        </p:nvSpPr>
        <p:spPr/>
        <p:txBody>
          <a:bodyPr>
            <a:normAutofit/>
          </a:bodyPr>
          <a:lstStyle/>
          <a:p>
            <a:r>
              <a:rPr lang="en-US" dirty="0"/>
              <a:t>The user decides what key features to search for:</a:t>
            </a:r>
          </a:p>
          <a:p>
            <a:pPr marL="0" indent="0">
              <a:buNone/>
            </a:pPr>
            <a:endParaRPr lang="en-US" dirty="0"/>
          </a:p>
          <a:p>
            <a:r>
              <a:rPr dirty="0"/>
              <a:t>geographic location</a:t>
            </a:r>
            <a:endParaRPr lang="en-US" dirty="0"/>
          </a:p>
          <a:p>
            <a:r>
              <a:rPr lang="en-US" dirty="0"/>
              <a:t>Breakfast</a:t>
            </a:r>
          </a:p>
          <a:p>
            <a:r>
              <a:rPr lang="en-US" dirty="0"/>
              <a:t>Parking</a:t>
            </a:r>
          </a:p>
          <a:p>
            <a:r>
              <a:rPr lang="en-US" dirty="0"/>
              <a:t>Pool</a:t>
            </a:r>
          </a:p>
          <a:p>
            <a:r>
              <a:rPr lang="en-US" dirty="0"/>
              <a:t>Customer rating</a:t>
            </a:r>
          </a:p>
          <a:p>
            <a:r>
              <a:rPr lang="en-US" dirty="0"/>
              <a:t>Price </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System Architecture Overview</a:t>
            </a:r>
          </a:p>
        </p:txBody>
      </p:sp>
      <p:sp>
        <p:nvSpPr>
          <p:cNvPr id="3" name="Content Placeholder 2"/>
          <p:cNvSpPr>
            <a:spLocks noGrp="1"/>
          </p:cNvSpPr>
          <p:nvPr>
            <p:ph idx="1"/>
          </p:nvPr>
        </p:nvSpPr>
        <p:spPr/>
        <p:txBody>
          <a:bodyPr/>
          <a:lstStyle/>
          <a:p>
            <a:r>
              <a:rPr dirty="0"/>
              <a:t>Centralized relational database</a:t>
            </a:r>
          </a:p>
          <a:p>
            <a:pPr lvl="1"/>
            <a:r>
              <a:rPr lang="en-US" dirty="0"/>
              <a:t>Accessible across multiple platforms (internet, app and </a:t>
            </a:r>
            <a:r>
              <a:rPr lang="en-US" dirty="0" err="1"/>
              <a:t>etc</a:t>
            </a:r>
            <a:r>
              <a:rPr lang="en-US" dirty="0"/>
              <a:t>)</a:t>
            </a:r>
            <a:endParaRPr dirty="0"/>
          </a:p>
          <a:p>
            <a:pPr lvl="1"/>
            <a:r>
              <a:rPr dirty="0"/>
              <a:t>User Interface for traveler input</a:t>
            </a:r>
          </a:p>
          <a:p>
            <a:pPr lvl="1"/>
            <a:r>
              <a:rPr dirty="0"/>
              <a:t>Query engine for fast data retrieval</a:t>
            </a:r>
          </a:p>
          <a:p>
            <a:pPr lvl="1"/>
            <a:r>
              <a:rPr dirty="0"/>
              <a:t>Scalable for future integration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Business Value &amp; Return on Investment</a:t>
            </a:r>
          </a:p>
        </p:txBody>
      </p:sp>
      <p:sp>
        <p:nvSpPr>
          <p:cNvPr id="3" name="Content Placeholder 2"/>
          <p:cNvSpPr>
            <a:spLocks noGrp="1"/>
          </p:cNvSpPr>
          <p:nvPr>
            <p:ph idx="1"/>
          </p:nvPr>
        </p:nvSpPr>
        <p:spPr/>
        <p:txBody>
          <a:bodyPr/>
          <a:lstStyle/>
          <a:p>
            <a:r>
              <a:t>Improves user experience and booking efficiency</a:t>
            </a:r>
          </a:p>
          <a:p>
            <a:pPr lvl="1"/>
            <a:r>
              <a:t>Increases customer satisfaction and retention</a:t>
            </a:r>
          </a:p>
          <a:p>
            <a:pPr lvl="1"/>
            <a:r>
              <a:t>Monetization through partnerships and ads</a:t>
            </a:r>
          </a:p>
          <a:p>
            <a:pPr lvl="1"/>
            <a:r>
              <a:t>Scalable to enterprise-level deployment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Fund SmartStay?</a:t>
            </a:r>
          </a:p>
        </p:txBody>
      </p:sp>
      <p:sp>
        <p:nvSpPr>
          <p:cNvPr id="3" name="Content Placeholder 2"/>
          <p:cNvSpPr>
            <a:spLocks noGrp="1"/>
          </p:cNvSpPr>
          <p:nvPr>
            <p:ph idx="1"/>
          </p:nvPr>
        </p:nvSpPr>
        <p:spPr/>
        <p:txBody>
          <a:bodyPr/>
          <a:lstStyle/>
          <a:p>
            <a:r>
              <a:t>High demand for simplified travel planning tools</a:t>
            </a:r>
          </a:p>
          <a:p>
            <a:pPr lvl="1"/>
            <a:r>
              <a:t>Strong database-driven architecture</a:t>
            </a:r>
          </a:p>
          <a:p>
            <a:pPr lvl="1"/>
            <a:r>
              <a:t>Marketable and scalable solution</a:t>
            </a:r>
          </a:p>
          <a:p>
            <a:pPr lvl="1"/>
            <a:r>
              <a:t>Opportunity for long-term revenue growth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Closing Statement</a:t>
            </a:r>
          </a:p>
        </p:txBody>
      </p:sp>
      <p:sp>
        <p:nvSpPr>
          <p:cNvPr id="3" name="Content Placeholder 2"/>
          <p:cNvSpPr>
            <a:spLocks noGrp="1"/>
          </p:cNvSpPr>
          <p:nvPr>
            <p:ph idx="1"/>
          </p:nvPr>
        </p:nvSpPr>
        <p:spPr/>
        <p:txBody>
          <a:bodyPr/>
          <a:lstStyle/>
          <a:p>
            <a:r>
              <a:rPr dirty="0" err="1"/>
              <a:t>SmartStay</a:t>
            </a:r>
            <a:r>
              <a:rPr dirty="0"/>
              <a:t> simplifies hotel selection through intelligent data filtering</a:t>
            </a:r>
            <a:r>
              <a:rPr lang="en-US" dirty="0"/>
              <a:t> that is uniquely filtered for user preference.</a:t>
            </a:r>
            <a:endParaRPr dirty="0"/>
          </a:p>
          <a:p>
            <a:pPr lvl="1"/>
            <a:r>
              <a:rPr dirty="0"/>
              <a:t>We are requesting funding to develop and implement this scalable database system.</a:t>
            </a:r>
          </a:p>
          <a:p>
            <a:pPr lvl="1"/>
            <a:r>
              <a:rPr dirty="0"/>
              <a:t>Thank you for your consideration.</a:t>
            </a:r>
          </a:p>
        </p:txBody>
      </p:sp>
    </p:spTree>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TM04033937[[fn=Vapor Trail]]</Template>
  <TotalTime>19</TotalTime>
  <Words>581</Words>
  <Application>Microsoft Office PowerPoint</Application>
  <PresentationFormat>On-screen Show (4:3)</PresentationFormat>
  <Paragraphs>52</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Century Gothic</vt:lpstr>
      <vt:lpstr>Vapor Trail</vt:lpstr>
      <vt:lpstr>SmartStay: Intelligent Hotel Selection System</vt:lpstr>
      <vt:lpstr>The Problem</vt:lpstr>
      <vt:lpstr>Our Solution: SmartStay Database System</vt:lpstr>
      <vt:lpstr>Key Features</vt:lpstr>
      <vt:lpstr>System Architecture Overview</vt:lpstr>
      <vt:lpstr>Business Value &amp; Return on Investment</vt:lpstr>
      <vt:lpstr>Why Fund SmartStay?</vt:lpstr>
      <vt:lpstr>Closing Statement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Jaqause Mays</dc:creator>
  <cp:keywords/>
  <dc:description>generated using python-pptx</dc:description>
  <cp:lastModifiedBy>Adrienne Rodgers</cp:lastModifiedBy>
  <cp:revision>5</cp:revision>
  <dcterms:created xsi:type="dcterms:W3CDTF">2013-01-27T09:14:16Z</dcterms:created>
  <dcterms:modified xsi:type="dcterms:W3CDTF">2026-02-20T23:59:22Z</dcterms:modified>
  <cp:category/>
</cp:coreProperties>
</file>